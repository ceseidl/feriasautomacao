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Ferias Automacao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Geracao automatica do Planejamento de Ferias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Apresentacao executiva  |  Status do projeto e proximos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Autor: Carlos Seidl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Data: 25/04/2026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Versao do app: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Contexto 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O que existia antes do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Planejamento de ferias era mantido em planilha solta, sem padronizacao visual.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Lideres precisavam abrir o Excel e interpretar tabelas para entender o panorama do mes.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Compartilhamento exigia print, copia manual ou envio do .xlsx -- sem visual executivo.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Inexistia um cronograma visual (Gantt) consolidado por squad e por mes.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Cada pessoa formatava o relatorio do seu jeito -- inconsistencia entre squads.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Resultado: tempo perdido formatando, retrabalho e baixa visibilidade para a chefia.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Solucao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Um app desktop que transforma a planilha em relatorio executivo em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Entrada unica: planilha-template oficial Ferias-template.xlsx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Saida automatica: HTML estilizado, Markdown, copia da planilha e PDF (opcional).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Dashboard mensal com qtd. de pessoas, squads envolvidos e status geral.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Cronograma detalhado linha-a-linha por colaborador.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Gantt dinamico (Mermaid) por mes -- visualizacao executiva imediata.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Rodape de autoria com nome do gerador e data/hora -- rastreabilidade.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Foco: zero configuracao no PC do usuario -- duplo-clique e gerar.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Stack tecnica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Componentes nativos do Windows + ferramentas open-source consolidadas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7160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Windows 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PowerShell 5.1+ (ja vem instalado no Windows)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Conversor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Pandoc -- gera HTML standalone com CSS embutido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Visual Gantt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5468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Mermaid (renderizado no navegador via CDN)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Leitura 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74904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Modulo PowerShell ImportExcel (auto-instalado)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34340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Windows Forms (WinForms) -- nativo do .NET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Instalador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93776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WiX Toolset 4 -- MSI per-user, sem necessidade de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Dependencias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532120"/>
            <a:ext cx="8321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Zero Python no runtime do app -- 100% PowerShell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Pipeline de geracao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Da planilha ate o relatorio HTML em uma execucao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1031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Planilha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Ferias-template.xlsx
(template oficial)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8608" y="2286000"/>
            <a:ext cx="22860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21031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01952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Validacao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Nome + 5 abas
obrigatorias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56048" y="2286000"/>
            <a:ext cx="22860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828800"/>
            <a:ext cx="21031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901952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Template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317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Substitui placeholders
(dashboard, gantt, etc)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33488" y="2286000"/>
            <a:ext cx="22860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21031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901952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Pandoc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3317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MD -&gt; HTML
CSS + Mermaid embutidos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Saidas geradas (sempre na mesma pasta, sobrescreve a anterior):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2606040" cy="914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13632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Ferias.html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Relatorio executivo
estilizado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840480"/>
            <a:ext cx="2606040" cy="914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913632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Ferias.md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34340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Versao Markdown
(rastreabilidade)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840480"/>
            <a:ext cx="2606040" cy="914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913632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Ferias.xlsx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34340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Copia da planilha
que gerou o relatorio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3840480"/>
            <a:ext cx="2606040" cy="9144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913632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Ferias.pdf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34340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Opcional -- compativel
com SharePoint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Experiencia do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Janela unica, simples e direta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Duplo-clique no atalho 'Gerar Relatorio' -- a janela abre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Campo Ano -- spinner com o ano atual como default.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Campo Planilha -- caminho + botao 'Procurar' (filtrado para o template).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Campo Pasta de saida -- caminho + 'Procurar', persistido entre execucoes (registry).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Checkbox 'Abrir HTML apos gerar' -- marcado por default.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Botao 'Gerar Relatorio' (atalho Enter) e 'Fechar' (atalho Esc).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Barra de progresso durante a execucao -- feedback visual constante.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Mensagens de erro claras em todos os caminhos de falha (MessageBox).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Validacoes e robustez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Regras que protegem o usuario contra entradas invalidas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Instancia unica por PC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Mutex global impede duas janelas abertas simultaneamente -- a segunda traz a existente para frente.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Lock ao template oficial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App so aceita Ferias-template.xlsx com as 5 abas obrigatorias (Ferias, Squads, Integrantes, Status, Instrucoes).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Qualquer outro arquivo e rejeitado com mensagem clara antes da leitura.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Pre-flight checks na geracao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Verifica: planilha existe, pasta de saida existe e e gravavel, nome bate com o template.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Saida controlada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Sempre na mesma pasta com nomes fixos -- cada execucao sobrescreve a anterior, sem lixo acumulado.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Distribuicao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Instalador MSI profissional, sem necessidade de 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Instalador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71600"/>
            <a:ext cx="8321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FeriasAutomacao-1.0.0.msi  (38,5 MB)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Tecnologia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74520"/>
            <a:ext cx="8321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WiX Toolset 4.0.6  -- per-user (LocalAppData), sem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Atalhos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77440"/>
            <a:ext cx="8321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Menu Iniciar  |  Area de Trabalho  |  SendTo (clique-direito)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Versao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80360"/>
            <a:ext cx="8321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1.0.0  -- mantida para esta 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  <a:latin typeface="Arial"/>
              </a:rPr>
              <a:t>O que o usuario faz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1. Recebe o .msi (e-mail, SharePoint, GitHub Release).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2. Duplo-clique -- assistente Next-Next-Finish, sem prompt de admin.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3. Atalho 'Gerar Relatorio' aparece no Menu Iniciar e na area de trabalho.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4. Pronto. Roda igual qualquer aplicativo do Windows.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 que foi feito nesta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Resumo dos commits mergeados na main (branch acerto-de-planilha)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Renomeacao da planilha-fonte para Ferias-template.xlsx + abas de referencia.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Saida controlada: pasta unica configuravel com nomes fixos, sobrescreve a anterior.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Single-instance lock: apenas uma janela do app por PC.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Validacao estrita: app so aceita a planilha-template oficial.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Mensagens de erro claras em todos os caminhos de falha (planilha, pasta, permissao).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Documentacao: troubleshooting de reparo manual do MSI no README.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1">
                <a:solidFill>
                  <a:srgbClr val="262626"/>
                </a:solidFill>
                <a:latin typeface="Arial"/>
              </a:rPr>
              <a:t>TODO.md versionado mapeando proximas melhorias (self-healing, etc).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5B6"/>
                </a:solidFill>
                <a:latin typeface="Arial"/>
              </a:rPr>
              <a:t>■  </a:t>
            </a:r>
            <a:r>
              <a:rPr sz="1600" b="0">
                <a:solidFill>
                  <a:srgbClr val="262626"/>
                </a:solidFill>
                <a:latin typeface="Arial"/>
              </a:rPr>
              <a:t>Build do MSI 1.0.0 gerado e validado para distribuicao.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Documentacao entregue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Tres niveis de documentacao para publicos diferentes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41148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3774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71600"/>
            <a:ext cx="83210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Visao geral tecnica + parametros CLI + troubleshooting (para devs)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7984"/>
            <a:ext cx="23774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Manual do Usuario (.docx)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57984"/>
            <a:ext cx="83210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Passo-a-passo completo: instalar -&gt; preencher -&gt; gerar (para usuarios finais)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23774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TODO.md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44368"/>
            <a:ext cx="83210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Lista versionada de melhorias mapeadas mas nao priorizadas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30752"/>
            <a:ext cx="23774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Comentarios no codigo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730752"/>
            <a:ext cx="83210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executar.ps1 e gui.ps1 documentam regras de negocio e validacoes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23774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Repo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517136"/>
            <a:ext cx="83210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github.com/ceseidl/FeriasAutomacao -- branch main atualizado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Status atual e proximos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E7E34"/>
                </a:solidFill>
                <a:latin typeface="Arial"/>
              </a:rPr>
              <a:t>Status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App em producao, versao 1.0.0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Codigo na main, mergeado e empurrado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MSI buildado e pronto para distribuir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Documentacao completa (README + Manual + TODO)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Validacoes e mensagens de erro cobrindo todos os caminhos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9730F"/>
                </a:solidFill>
                <a:latin typeface="Arial"/>
              </a:rPr>
              <a:t>Proximos passos (mapeados)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Estudo: self-healing real do MSI (auto-reparo de arquivos deletados)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Distribuicao oficial: GitHub Release / SharePoint corporativo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Coletar feedback dos primeiros usuarios -- iterar conforme demanda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75B6"/>
                </a:solidFill>
                <a:latin typeface="Arial"/>
              </a:rPr>
              <a:t>■  </a:t>
            </a:r>
            <a:r>
              <a:rPr sz="1400" b="0">
                <a:solidFill>
                  <a:srgbClr val="262626"/>
                </a:solidFill>
                <a:latin typeface="Arial"/>
              </a:rPr>
              <a:t>Possivel evolucao: dashboard agregando varios meses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Numeros e metricas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Dimensao do que foi entregue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743200" cy="18288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Versao oficial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2743200" cy="18288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916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38,5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06040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Tamanho do MSI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4 formatos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HTML / MD / XLSX / 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2743200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Comandos no CLI
para o usuario final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566160"/>
            <a:ext cx="2743200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7947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5 abas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09160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Validadas no template
oficial obrigatorio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66160"/>
            <a:ext cx="2743200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3 atalhos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Menu Iniciar, Desktop
e SendTo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Arial"/>
              </a:rPr>
              <a:t>And one more thing...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Arial"/>
              </a:rPr>
              <a:t>(ainda nao acabou)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v1.0.0.1  --  Controle de Vencimento de Ferias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Em desenvolvimento -- ja temos um build funcionando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Nova secao no relatorio: alerta automatico de quem precisa tirar ferias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6984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Calcula 1o e 2o vencimento por colaborador (CLT 12/24 meses) a partir da data de admissao e da data fim das ultimas ferias na aba Integrantes.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Arial"/>
              </a:rPr>
              <a:t>3 sub-blocos automaticos no relatorio: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3657600" cy="219456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CRITICO -- 2o vencimento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Pessoas com ferias proximas de vencer EM DOBRO ou ja vencidas.
Janela de alerta: 6 meses antes do 2o vencimento.
Acao: tirar ferias urgente.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3154680"/>
            <a:ext cx="3657600" cy="2194560"/>
          </a:xfrm>
          <a:prstGeom prst="rect">
            <a:avLst/>
          </a:prstGeom>
          <a:solidFill>
            <a:srgbClr val="ED8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32918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ATENCAO -- 1o vencimento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74904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Pessoas que ja adquiriram o direito ou estao perto.
Janela de alerta: 6 meses antes do 1o vencimento.
Acao: comecar a planejar ferias.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3154680"/>
            <a:ext cx="3657600" cy="2194560"/>
          </a:xfrm>
          <a:prstGeom prst="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32918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Dados incompletos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374904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Pessoas sem cadastro completo na aba Integrantes.
Lista as colunas que faltam (data de admissao).
Acao: atualizar a planilha.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Quem esta em dia (&gt;6 meses pra qualquer vencimento) nao aparece -- mantem a secao limpa.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Antes  vs  Depois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v1.0.0 (em producao)  -&gt;  v1.0.0.1 (em desenvolvimento)</a:t>
            </a:r>
          </a:p>
        </p:txBody>
      </p:sp>
      <p:pic>
        <p:nvPicPr>
          <p:cNvPr id="5" name="Picture 4" descr="comparativo-1.0.0-vs-1.0.0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618" y="960120"/>
            <a:ext cx="5218459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Ferias Automacao  |  Apresentacao executiva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9400"/>
            <a:ext cx="1097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Duvidas, demonstracao ao vivo ou proximos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Carlos Seidl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github.com/ceseidl/FeriasAutomacao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